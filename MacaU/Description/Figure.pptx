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-3076" y="-7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D07047-C4A6-4F04-A86F-245405A549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492101C-F6C9-4B8A-BE50-EC17C0ACDE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8E4B65-80E5-48C9-AC41-460DC2671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A2772-B2B8-4AB1-A088-5560F205F3D1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2B2E1A-81E6-4933-88AE-4D95AE8F3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B0F915-5365-483E-AE17-9E04DA544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28BE3-995C-4DCE-9B31-BE95802B8A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7212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B4A986-2FEE-48B0-B5BB-133725DA6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C4F6C6-2E25-4695-86E4-2D4A805F9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2AF004-150C-473F-94E6-D7522CB9A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A2772-B2B8-4AB1-A088-5560F205F3D1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F12578-F361-4491-9A5D-EC072C228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0711BF-613F-41DB-9E07-12EABAEA7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28BE3-995C-4DCE-9B31-BE95802B8A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9529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A4E902-A001-4C3A-947F-F27A0B359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98A76E4-2720-411D-BC65-5D0628FFEC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50AFA5-B67D-4AA2-B34C-651FA58AD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A2772-B2B8-4AB1-A088-5560F205F3D1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487CED-BB7F-41DA-9C36-20364BD17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0D1DF4-1230-4F17-8591-EF1B4916F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28BE3-995C-4DCE-9B31-BE95802B8A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6942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B1580F-7D0B-4FFC-9442-DEBBC0800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A1AB98-AFCB-4B97-B23E-A1FAD1B18B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77CC886-9D3B-4F53-8E30-928128C47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75CF5CA-BEE6-42BE-80E7-156B32477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A2772-B2B8-4AB1-A088-5560F205F3D1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88679B-7C13-499F-B972-D49C6C9D5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5188CA8-4645-4140-8672-9D4AF33F9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28BE3-995C-4DCE-9B31-BE95802B8A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0184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D765D6-C81E-4F0A-AB0C-8CC7DABFA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7D3E18D-D637-4FD7-B1D9-9F358ED3D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E211707-16BF-415F-921F-45AC034CC1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03EFBFD-3EFA-4A05-9D3D-039EFEF5BE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12B8061-9688-4000-B1D0-9902FE7C67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90B4741-F594-4105-8F67-195AD46AC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A2772-B2B8-4AB1-A088-5560F205F3D1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E3C71B3-A219-4D1E-A0F3-58FBB98DE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8DC2B0C-D1B3-406C-8ACB-2CD76FD88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28BE3-995C-4DCE-9B31-BE95802B8A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1548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BD40C6-9394-4EF5-BD11-50767D455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0BC888C-D2DF-4A1C-8E35-5B100E549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A2772-B2B8-4AB1-A088-5560F205F3D1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4E9C4CE-40B3-47DD-BFBA-ECA99F5A3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7CFE76F-3B2D-4D37-9C04-824EE42B0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28BE3-995C-4DCE-9B31-BE95802B8A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4031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7D39DA5-76D7-4DCF-89DA-F2CCDBEA7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A2772-B2B8-4AB1-A088-5560F205F3D1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76B5259-CFB4-4841-900A-9DCD7ACD3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FC5C47-5EC9-4F1D-B7F3-C7A8C4971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28BE3-995C-4DCE-9B31-BE95802B8A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7008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C33DB9-42A5-4232-9473-A8AAEC8F6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D17C0F-132F-4E20-A9AD-CA54AEDFD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1774B7F-385F-4989-BB19-0D03E25BED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8803AA-D75F-4C7D-9673-098C8B868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A2772-B2B8-4AB1-A088-5560F205F3D1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11FCF15-CE63-4FFE-AD12-556E2C02A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6FBA4D-00F7-4D5A-83D5-3AF4F1EEE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28BE3-995C-4DCE-9B31-BE95802B8A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7662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04331E-2D2A-4346-A66B-C588D5BD5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04175B4-5CFF-4428-AC63-936542783D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93BB87A-1708-47E4-A123-4B9295B4BA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9184267-F915-47A5-9CB2-5835A7105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A2772-B2B8-4AB1-A088-5560F205F3D1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CBCD6D1-33B2-4DFA-95CC-3C0867D36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2C79BB5-645A-4727-968A-B28DF08BC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28BE3-995C-4DCE-9B31-BE95802B8A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6287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3C9B0F-B650-44CB-89F5-18E696C64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49D00F0-9C01-424B-A080-06338246F2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6A88BE-FFF0-4D17-82EA-794980DA3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A2772-B2B8-4AB1-A088-5560F205F3D1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1F51A6-30AB-4307-844B-2E617B875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C23E8DA-4331-443E-9DF1-37A830FC8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28BE3-995C-4DCE-9B31-BE95802B8A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9521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145E5F2-91C8-4DF7-8959-A311015998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630E3F2-3F2D-41AF-BCA4-E363712237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637D60-90C4-4996-90F9-172F3EBF8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A2772-B2B8-4AB1-A088-5560F205F3D1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E651E4-1ECC-4AEB-ABB3-A5D4ECF3E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97A9B2-DFA9-4349-933B-AC7B5C7A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28BE3-995C-4DCE-9B31-BE95802B8A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6220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418479-2478-461C-A1B6-6D0A5E6D9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B7EEE88-28CB-4D19-AAF1-D6E009994D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CE60A1-D3C8-469C-99BA-08C2C20BB6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A2772-B2B8-4AB1-A088-5560F205F3D1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62261C-A013-4F8B-B663-5D4265B474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58F44B-F412-4FB9-891B-DC464E0A61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E28BE3-995C-4DCE-9B31-BE95802B8A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4231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271A9A13-A972-4B7E-998A-FFE86034098D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2667000" y="2319018"/>
            <a:ext cx="1965114" cy="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977BAF56-6941-43DB-8C2B-B42CA60975D8}"/>
              </a:ext>
            </a:extLst>
          </p:cNvPr>
          <p:cNvCxnSpPr/>
          <p:nvPr/>
        </p:nvCxnSpPr>
        <p:spPr>
          <a:xfrm>
            <a:off x="1808480" y="1063413"/>
            <a:ext cx="652272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Овал 8">
            <a:extLst>
              <a:ext uri="{FF2B5EF4-FFF2-40B4-BE49-F238E27FC236}">
                <a16:creationId xmlns:a16="http://schemas.microsoft.com/office/drawing/2014/main" id="{8D3E67ED-E99D-4971-871C-F84BABCB8B02}"/>
              </a:ext>
            </a:extLst>
          </p:cNvPr>
          <p:cNvSpPr/>
          <p:nvPr/>
        </p:nvSpPr>
        <p:spPr>
          <a:xfrm>
            <a:off x="2389294" y="2180167"/>
            <a:ext cx="277706" cy="277706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D0DC92EB-DEA8-4B40-B554-8C82835A0B2C}"/>
              </a:ext>
            </a:extLst>
          </p:cNvPr>
          <p:cNvSpPr/>
          <p:nvPr/>
        </p:nvSpPr>
        <p:spPr>
          <a:xfrm>
            <a:off x="2389294" y="2180168"/>
            <a:ext cx="277706" cy="277706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6F23AEB4-CC7B-41F7-9958-7BABB697D67A}"/>
              </a:ext>
            </a:extLst>
          </p:cNvPr>
          <p:cNvSpPr/>
          <p:nvPr/>
        </p:nvSpPr>
        <p:spPr>
          <a:xfrm>
            <a:off x="4632114" y="2180168"/>
            <a:ext cx="277706" cy="277706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863DCA9-B5A1-402C-9DDA-FEC5B5F3FF62}"/>
              </a:ext>
            </a:extLst>
          </p:cNvPr>
          <p:cNvSpPr/>
          <p:nvPr/>
        </p:nvSpPr>
        <p:spPr>
          <a:xfrm>
            <a:off x="2954866" y="2180167"/>
            <a:ext cx="611293" cy="2777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" name="Левая фигурная скобка 12">
            <a:extLst>
              <a:ext uri="{FF2B5EF4-FFF2-40B4-BE49-F238E27FC236}">
                <a16:creationId xmlns:a16="http://schemas.microsoft.com/office/drawing/2014/main" id="{9291C912-F640-4BB8-A9E6-EC01D9AF24AF}"/>
              </a:ext>
            </a:extLst>
          </p:cNvPr>
          <p:cNvSpPr/>
          <p:nvPr/>
        </p:nvSpPr>
        <p:spPr>
          <a:xfrm rot="5400000">
            <a:off x="3194699" y="1718505"/>
            <a:ext cx="132929" cy="612597"/>
          </a:xfrm>
          <a:prstGeom prst="leftBrac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Левая фигурная скобка 15">
            <a:extLst>
              <a:ext uri="{FF2B5EF4-FFF2-40B4-BE49-F238E27FC236}">
                <a16:creationId xmlns:a16="http://schemas.microsoft.com/office/drawing/2014/main" id="{900524BE-70CF-4D20-B69B-69BFDB87E4F9}"/>
              </a:ext>
            </a:extLst>
          </p:cNvPr>
          <p:cNvSpPr/>
          <p:nvPr/>
        </p:nvSpPr>
        <p:spPr>
          <a:xfrm rot="5400000">
            <a:off x="3567456" y="536843"/>
            <a:ext cx="164200" cy="2242820"/>
          </a:xfrm>
          <a:prstGeom prst="leftBrac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CD45D73-718D-48C4-9730-FD03A3440EB7}"/>
                  </a:ext>
                </a:extLst>
              </p:cNvPr>
              <p:cNvSpPr txBox="1"/>
              <p:nvPr/>
            </p:nvSpPr>
            <p:spPr>
              <a:xfrm>
                <a:off x="3186852" y="1221736"/>
                <a:ext cx="925408" cy="3270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ru-RU" sz="1400" i="1" dirty="0" smtClean="0">
                              <a:latin typeface="Cambria Math" panose="02040503050406030204" pitchFamily="18" charset="0"/>
                            </a:rPr>
                            <m:t>распр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CD45D73-718D-48C4-9730-FD03A3440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6852" y="1221736"/>
                <a:ext cx="925408" cy="3270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BEE3FF3-32A0-4E1A-9930-DD06BD28013C}"/>
                  </a:ext>
                </a:extLst>
              </p:cNvPr>
              <p:cNvSpPr txBox="1"/>
              <p:nvPr/>
            </p:nvSpPr>
            <p:spPr>
              <a:xfrm>
                <a:off x="2797808" y="1636018"/>
                <a:ext cx="925408" cy="327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ru-RU" sz="1400" b="0" i="1" dirty="0" smtClean="0">
                              <a:latin typeface="Cambria Math" panose="02040503050406030204" pitchFamily="18" charset="0"/>
                            </a:rPr>
                            <m:t>модул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BEE3FF3-32A0-4E1A-9930-DD06BD280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7808" y="1636018"/>
                <a:ext cx="925408" cy="3275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217729BC-62D4-4890-BF81-EC02F7324169}"/>
              </a:ext>
            </a:extLst>
          </p:cNvPr>
          <p:cNvCxnSpPr>
            <a:cxnSpLocks/>
          </p:cNvCxnSpPr>
          <p:nvPr/>
        </p:nvCxnSpPr>
        <p:spPr>
          <a:xfrm flipH="1">
            <a:off x="5889053" y="1458215"/>
            <a:ext cx="4233" cy="819318"/>
          </a:xfrm>
          <a:prstGeom prst="line">
            <a:avLst/>
          </a:prstGeom>
          <a:ln w="6350">
            <a:head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29F17F3B-38CD-40A0-9130-CAEBA39AF857}"/>
              </a:ext>
            </a:extLst>
          </p:cNvPr>
          <p:cNvCxnSpPr>
            <a:cxnSpLocks/>
          </p:cNvCxnSpPr>
          <p:nvPr/>
        </p:nvCxnSpPr>
        <p:spPr>
          <a:xfrm flipH="1">
            <a:off x="5270986" y="2277533"/>
            <a:ext cx="616765" cy="431800"/>
          </a:xfrm>
          <a:prstGeom prst="line">
            <a:avLst/>
          </a:prstGeom>
          <a:ln w="63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E9A738D3-8D86-4B2C-BD7C-699F9AB15DEA}"/>
              </a:ext>
            </a:extLst>
          </p:cNvPr>
          <p:cNvCxnSpPr>
            <a:cxnSpLocks/>
          </p:cNvCxnSpPr>
          <p:nvPr/>
        </p:nvCxnSpPr>
        <p:spPr>
          <a:xfrm>
            <a:off x="5887751" y="2277533"/>
            <a:ext cx="987183" cy="0"/>
          </a:xfrm>
          <a:prstGeom prst="line">
            <a:avLst/>
          </a:prstGeom>
          <a:ln w="63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ABC7C541-9D68-4B8D-BA26-8B9F3B7ED9F6}"/>
              </a:ext>
            </a:extLst>
          </p:cNvPr>
          <p:cNvSpPr/>
          <p:nvPr/>
        </p:nvSpPr>
        <p:spPr>
          <a:xfrm rot="20501831">
            <a:off x="5627201" y="2000656"/>
            <a:ext cx="585895" cy="38034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E503EAE4-602A-4AD0-8369-8A1BEDCED2B7}"/>
              </a:ext>
            </a:extLst>
          </p:cNvPr>
          <p:cNvCxnSpPr>
            <a:cxnSpLocks/>
          </p:cNvCxnSpPr>
          <p:nvPr/>
        </p:nvCxnSpPr>
        <p:spPr>
          <a:xfrm flipH="1">
            <a:off x="7719612" y="1458215"/>
            <a:ext cx="4233" cy="819318"/>
          </a:xfrm>
          <a:prstGeom prst="line">
            <a:avLst/>
          </a:prstGeom>
          <a:ln w="6350">
            <a:head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06635745-6909-4712-A3AC-D8C3A4554E0D}"/>
              </a:ext>
            </a:extLst>
          </p:cNvPr>
          <p:cNvCxnSpPr>
            <a:cxnSpLocks/>
          </p:cNvCxnSpPr>
          <p:nvPr/>
        </p:nvCxnSpPr>
        <p:spPr>
          <a:xfrm flipH="1">
            <a:off x="7101545" y="2277533"/>
            <a:ext cx="616765" cy="431800"/>
          </a:xfrm>
          <a:prstGeom prst="line">
            <a:avLst/>
          </a:prstGeom>
          <a:ln w="63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Прямая соединительная линия 50">
            <a:extLst>
              <a:ext uri="{FF2B5EF4-FFF2-40B4-BE49-F238E27FC236}">
                <a16:creationId xmlns:a16="http://schemas.microsoft.com/office/drawing/2014/main" id="{492DA4D1-38BC-41ED-AB1A-ACC099A8A2FE}"/>
              </a:ext>
            </a:extLst>
          </p:cNvPr>
          <p:cNvCxnSpPr>
            <a:cxnSpLocks/>
          </p:cNvCxnSpPr>
          <p:nvPr/>
        </p:nvCxnSpPr>
        <p:spPr>
          <a:xfrm>
            <a:off x="7718310" y="2277533"/>
            <a:ext cx="987183" cy="0"/>
          </a:xfrm>
          <a:prstGeom prst="line">
            <a:avLst/>
          </a:prstGeom>
          <a:ln w="63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6A4A9E06-A326-4FFD-B1FE-B71A160516B1}"/>
              </a:ext>
            </a:extLst>
          </p:cNvPr>
          <p:cNvSpPr/>
          <p:nvPr/>
        </p:nvSpPr>
        <p:spPr>
          <a:xfrm>
            <a:off x="7567780" y="1918279"/>
            <a:ext cx="616447" cy="400173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53" name="Прямая соединительная линия 52">
            <a:extLst>
              <a:ext uri="{FF2B5EF4-FFF2-40B4-BE49-F238E27FC236}">
                <a16:creationId xmlns:a16="http://schemas.microsoft.com/office/drawing/2014/main" id="{CAA0919E-719E-4B27-B6C8-25020F8417A5}"/>
              </a:ext>
            </a:extLst>
          </p:cNvPr>
          <p:cNvCxnSpPr>
            <a:cxnSpLocks/>
          </p:cNvCxnSpPr>
          <p:nvPr/>
        </p:nvCxnSpPr>
        <p:spPr>
          <a:xfrm>
            <a:off x="9212597" y="1444321"/>
            <a:ext cx="1" cy="1072303"/>
          </a:xfrm>
          <a:prstGeom prst="line">
            <a:avLst/>
          </a:prstGeom>
          <a:ln w="6350">
            <a:head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>
            <a:extLst>
              <a:ext uri="{FF2B5EF4-FFF2-40B4-BE49-F238E27FC236}">
                <a16:creationId xmlns:a16="http://schemas.microsoft.com/office/drawing/2014/main" id="{32F913B2-DF8C-4FFA-8703-8115C3C75446}"/>
              </a:ext>
            </a:extLst>
          </p:cNvPr>
          <p:cNvCxnSpPr>
            <a:cxnSpLocks/>
          </p:cNvCxnSpPr>
          <p:nvPr/>
        </p:nvCxnSpPr>
        <p:spPr>
          <a:xfrm flipH="1">
            <a:off x="4654221" y="4064000"/>
            <a:ext cx="616765" cy="431800"/>
          </a:xfrm>
          <a:prstGeom prst="line">
            <a:avLst/>
          </a:prstGeom>
          <a:ln w="63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>
            <a:extLst>
              <a:ext uri="{FF2B5EF4-FFF2-40B4-BE49-F238E27FC236}">
                <a16:creationId xmlns:a16="http://schemas.microsoft.com/office/drawing/2014/main" id="{B791B114-254F-4979-8FC2-15FDE92B83B7}"/>
              </a:ext>
            </a:extLst>
          </p:cNvPr>
          <p:cNvCxnSpPr>
            <a:cxnSpLocks/>
          </p:cNvCxnSpPr>
          <p:nvPr/>
        </p:nvCxnSpPr>
        <p:spPr>
          <a:xfrm>
            <a:off x="9212595" y="2516624"/>
            <a:ext cx="1301273" cy="0"/>
          </a:xfrm>
          <a:prstGeom prst="line">
            <a:avLst/>
          </a:prstGeom>
          <a:ln w="63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E8895DDC-A9F3-4CFE-9F07-371A128FFA59}"/>
              </a:ext>
            </a:extLst>
          </p:cNvPr>
          <p:cNvSpPr/>
          <p:nvPr/>
        </p:nvSpPr>
        <p:spPr>
          <a:xfrm>
            <a:off x="9494482" y="1809533"/>
            <a:ext cx="616447" cy="400173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242093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3</Words>
  <Application>Microsoft Office PowerPoint</Application>
  <PresentationFormat>Широкоэкранный</PresentationFormat>
  <Paragraphs>3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festo14</dc:creator>
  <cp:lastModifiedBy>festo14</cp:lastModifiedBy>
  <cp:revision>6</cp:revision>
  <dcterms:created xsi:type="dcterms:W3CDTF">2026-10-12T11:30:47Z</dcterms:created>
  <dcterms:modified xsi:type="dcterms:W3CDTF">2026-10-12T14:07:31Z</dcterms:modified>
</cp:coreProperties>
</file>