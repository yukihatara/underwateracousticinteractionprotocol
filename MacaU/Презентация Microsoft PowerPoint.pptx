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3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07047-C4A6-4F04-A86F-245405A54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92101C-F6C9-4B8A-BE50-EC17C0ACD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8E4B65-80E5-48C9-AC41-460DC267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B2E1A-81E6-4933-88AE-4D95AE8F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0F915-5365-483E-AE17-9E04DA54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21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4A986-2FEE-48B0-B5BB-133725DA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4F6C6-2E25-4695-86E4-2D4A805F9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2AF004-150C-473F-94E6-D7522CB9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12578-F361-4491-9A5D-EC072C22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0711BF-613F-41DB-9E07-12EABAEA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52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4E902-A001-4C3A-947F-F27A0B35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A76E4-2720-411D-BC65-5D0628FFE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50AFA5-B67D-4AA2-B34C-651FA58A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87CED-BB7F-41DA-9C36-20364BD1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0D1DF4-1230-4F17-8591-EF1B4916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94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1580F-7D0B-4FFC-9442-DEBBC080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1AB98-AFCB-4B97-B23E-A1FAD1B18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7CC886-9D3B-4F53-8E30-928128C47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5CF5CA-BEE6-42BE-80E7-156B3247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88679B-7C13-499F-B972-D49C6C9D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188CA8-4645-4140-8672-9D4AF33F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18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765D6-C81E-4F0A-AB0C-8CC7DABF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D3E18D-D637-4FD7-B1D9-9F358ED3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211707-16BF-415F-921F-45AC034CC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3EFBFD-3EFA-4A05-9D3D-039EFEF5B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2B8061-9688-4000-B1D0-9902FE7C6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0B4741-F594-4105-8F67-195AD46A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E3C71B3-A219-4D1E-A0F3-58FBB98D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DC2B0C-D1B3-406C-8ACB-2CD76FD8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54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D40C6-9394-4EF5-BD11-50767D45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BC888C-D2DF-4A1C-8E35-5B100E54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E9C4CE-40B3-47DD-BFBA-ECA99F5A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CFE76F-3B2D-4D37-9C04-824EE42B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03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D39DA5-76D7-4DCF-89DA-F2CCDBEA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6B5259-CFB4-4841-900A-9DCD7ACD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FC5C47-5EC9-4F1D-B7F3-C7A8C497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00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33DB9-42A5-4232-9473-A8AAEC8F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D17C0F-132F-4E20-A9AD-CA54AEDFD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774B7F-385F-4989-BB19-0D03E25BE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8803AA-D75F-4C7D-9673-098C8B86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1FCF15-CE63-4FFE-AD12-556E2C02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6FBA4D-00F7-4D5A-83D5-3AF4F1EE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66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4331E-2D2A-4346-A66B-C588D5BD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4175B4-5CFF-4428-AC63-936542783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BB87A-1708-47E4-A123-4B9295B4B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184267-F915-47A5-9CB2-5835A710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BCD6D1-33B2-4DFA-95CC-3C0867D3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C79BB5-645A-4727-968A-B28DF08B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28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C9B0F-B650-44CB-89F5-18E696C6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9D00F0-9C01-424B-A080-06338246F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6A88BE-FFF0-4D17-82EA-794980DA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1F51A6-30AB-4307-844B-2E617B87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23E8DA-4331-443E-9DF1-37A830FC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52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45E5F2-91C8-4DF7-8959-A31101599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30E3F2-3F2D-41AF-BCA4-E36371223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637D60-90C4-4996-90F9-172F3EBF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651E4-1ECC-4AEB-ABB3-A5D4ECF3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7A9B2-DFA9-4349-933B-AC7B5C7A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22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8479-2478-461C-A1B6-6D0A5E6D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7EEE88-28CB-4D19-AAF1-D6E009994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CE60A1-D3C8-469C-99BA-08C2C20BB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A2772-B2B8-4AB1-A088-5560F205F3D1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62261C-A013-4F8B-B663-5D4265B47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8F44B-F412-4FB9-891B-DC464E0A6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3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71A9A13-A972-4B7E-998A-FFE86034098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667000" y="2319018"/>
            <a:ext cx="1965114" cy="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77BAF56-6941-43DB-8C2B-B42CA60975D8}"/>
              </a:ext>
            </a:extLst>
          </p:cNvPr>
          <p:cNvCxnSpPr/>
          <p:nvPr/>
        </p:nvCxnSpPr>
        <p:spPr>
          <a:xfrm>
            <a:off x="1808480" y="1063413"/>
            <a:ext cx="6522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D3E67ED-E99D-4971-871C-F84BABCB8B02}"/>
              </a:ext>
            </a:extLst>
          </p:cNvPr>
          <p:cNvSpPr/>
          <p:nvPr/>
        </p:nvSpPr>
        <p:spPr>
          <a:xfrm>
            <a:off x="2389294" y="2180167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0DC92EB-DEA8-4B40-B554-8C82835A0B2C}"/>
              </a:ext>
            </a:extLst>
          </p:cNvPr>
          <p:cNvSpPr/>
          <p:nvPr/>
        </p:nvSpPr>
        <p:spPr>
          <a:xfrm>
            <a:off x="2389294" y="2180168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F23AEB4-CC7B-41F7-9958-7BABB697D67A}"/>
              </a:ext>
            </a:extLst>
          </p:cNvPr>
          <p:cNvSpPr/>
          <p:nvPr/>
        </p:nvSpPr>
        <p:spPr>
          <a:xfrm>
            <a:off x="4632114" y="2180168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63DCA9-B5A1-402C-9DDA-FEC5B5F3FF62}"/>
              </a:ext>
            </a:extLst>
          </p:cNvPr>
          <p:cNvSpPr/>
          <p:nvPr/>
        </p:nvSpPr>
        <p:spPr>
          <a:xfrm>
            <a:off x="2954866" y="2180167"/>
            <a:ext cx="611293" cy="277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291C912-F640-4BB8-A9E6-EC01D9AF24AF}"/>
              </a:ext>
            </a:extLst>
          </p:cNvPr>
          <p:cNvSpPr/>
          <p:nvPr/>
        </p:nvSpPr>
        <p:spPr>
          <a:xfrm rot="5400000">
            <a:off x="3194699" y="1718505"/>
            <a:ext cx="132929" cy="612597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900524BE-70CF-4D20-B69B-69BFDB87E4F9}"/>
              </a:ext>
            </a:extLst>
          </p:cNvPr>
          <p:cNvSpPr/>
          <p:nvPr/>
        </p:nvSpPr>
        <p:spPr>
          <a:xfrm rot="5400000">
            <a:off x="3567456" y="536843"/>
            <a:ext cx="164200" cy="2242820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D45D73-718D-48C4-9730-FD03A3440EB7}"/>
                  </a:ext>
                </a:extLst>
              </p:cNvPr>
              <p:cNvSpPr txBox="1"/>
              <p:nvPr/>
            </p:nvSpPr>
            <p:spPr>
              <a:xfrm>
                <a:off x="3186852" y="1221736"/>
                <a:ext cx="925408" cy="327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400" i="1" dirty="0" smtClean="0">
                              <a:latin typeface="Cambria Math" panose="02040503050406030204" pitchFamily="18" charset="0"/>
                            </a:rPr>
                            <m:t>распр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D45D73-718D-48C4-9730-FD03A3440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52" y="1221736"/>
                <a:ext cx="925408" cy="327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EE3FF3-32A0-4E1A-9930-DD06BD28013C}"/>
                  </a:ext>
                </a:extLst>
              </p:cNvPr>
              <p:cNvSpPr txBox="1"/>
              <p:nvPr/>
            </p:nvSpPr>
            <p:spPr>
              <a:xfrm>
                <a:off x="2797808" y="1636018"/>
                <a:ext cx="925408" cy="327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400" b="0" i="1" dirty="0" smtClean="0">
                              <a:latin typeface="Cambria Math" panose="02040503050406030204" pitchFamily="18" charset="0"/>
                            </a:rPr>
                            <m:t>модул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EE3FF3-32A0-4E1A-9930-DD06BD280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8" y="1636018"/>
                <a:ext cx="925408" cy="3275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17729BC-62D4-4890-BF81-EC02F7324169}"/>
              </a:ext>
            </a:extLst>
          </p:cNvPr>
          <p:cNvCxnSpPr>
            <a:cxnSpLocks/>
          </p:cNvCxnSpPr>
          <p:nvPr/>
        </p:nvCxnSpPr>
        <p:spPr>
          <a:xfrm flipH="1">
            <a:off x="5889053" y="1458215"/>
            <a:ext cx="4233" cy="819318"/>
          </a:xfrm>
          <a:prstGeom prst="line">
            <a:avLst/>
          </a:prstGeom>
          <a:ln w="63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29F17F3B-38CD-40A0-9130-CAEBA39AF857}"/>
              </a:ext>
            </a:extLst>
          </p:cNvPr>
          <p:cNvCxnSpPr>
            <a:cxnSpLocks/>
          </p:cNvCxnSpPr>
          <p:nvPr/>
        </p:nvCxnSpPr>
        <p:spPr>
          <a:xfrm flipH="1">
            <a:off x="5270986" y="2277533"/>
            <a:ext cx="616765" cy="43180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9A738D3-8D86-4B2C-BD7C-699F9AB15DEA}"/>
              </a:ext>
            </a:extLst>
          </p:cNvPr>
          <p:cNvCxnSpPr>
            <a:cxnSpLocks/>
          </p:cNvCxnSpPr>
          <p:nvPr/>
        </p:nvCxnSpPr>
        <p:spPr>
          <a:xfrm>
            <a:off x="5887751" y="2277533"/>
            <a:ext cx="987183" cy="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BC7C541-9D68-4B8D-BA26-8B9F3B7ED9F6}"/>
              </a:ext>
            </a:extLst>
          </p:cNvPr>
          <p:cNvSpPr/>
          <p:nvPr/>
        </p:nvSpPr>
        <p:spPr>
          <a:xfrm rot="20501831">
            <a:off x="5627201" y="2000656"/>
            <a:ext cx="585895" cy="38034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E503EAE4-602A-4AD0-8369-8A1BEDCED2B7}"/>
              </a:ext>
            </a:extLst>
          </p:cNvPr>
          <p:cNvCxnSpPr>
            <a:cxnSpLocks/>
          </p:cNvCxnSpPr>
          <p:nvPr/>
        </p:nvCxnSpPr>
        <p:spPr>
          <a:xfrm flipH="1">
            <a:off x="7719612" y="1458215"/>
            <a:ext cx="4233" cy="819318"/>
          </a:xfrm>
          <a:prstGeom prst="line">
            <a:avLst/>
          </a:prstGeom>
          <a:ln w="63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06635745-6909-4712-A3AC-D8C3A4554E0D}"/>
              </a:ext>
            </a:extLst>
          </p:cNvPr>
          <p:cNvCxnSpPr>
            <a:cxnSpLocks/>
          </p:cNvCxnSpPr>
          <p:nvPr/>
        </p:nvCxnSpPr>
        <p:spPr>
          <a:xfrm flipH="1">
            <a:off x="7101545" y="2277533"/>
            <a:ext cx="616765" cy="43180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492DA4D1-38BC-41ED-AB1A-ACC099A8A2FE}"/>
              </a:ext>
            </a:extLst>
          </p:cNvPr>
          <p:cNvCxnSpPr>
            <a:cxnSpLocks/>
          </p:cNvCxnSpPr>
          <p:nvPr/>
        </p:nvCxnSpPr>
        <p:spPr>
          <a:xfrm>
            <a:off x="7718310" y="2277533"/>
            <a:ext cx="987183" cy="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6A4A9E06-A326-4FFD-B1FE-B71A160516B1}"/>
              </a:ext>
            </a:extLst>
          </p:cNvPr>
          <p:cNvSpPr/>
          <p:nvPr/>
        </p:nvSpPr>
        <p:spPr>
          <a:xfrm>
            <a:off x="7567780" y="1918279"/>
            <a:ext cx="616447" cy="400173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CAA0919E-719E-4B27-B6C8-25020F8417A5}"/>
              </a:ext>
            </a:extLst>
          </p:cNvPr>
          <p:cNvCxnSpPr>
            <a:cxnSpLocks/>
          </p:cNvCxnSpPr>
          <p:nvPr/>
        </p:nvCxnSpPr>
        <p:spPr>
          <a:xfrm>
            <a:off x="9212597" y="1444321"/>
            <a:ext cx="1" cy="1072303"/>
          </a:xfrm>
          <a:prstGeom prst="line">
            <a:avLst/>
          </a:prstGeom>
          <a:ln w="63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32F913B2-DF8C-4FFA-8703-8115C3C75446}"/>
              </a:ext>
            </a:extLst>
          </p:cNvPr>
          <p:cNvCxnSpPr>
            <a:cxnSpLocks/>
          </p:cNvCxnSpPr>
          <p:nvPr/>
        </p:nvCxnSpPr>
        <p:spPr>
          <a:xfrm flipH="1">
            <a:off x="4654221" y="4064000"/>
            <a:ext cx="616765" cy="43180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B791B114-254F-4979-8FC2-15FDE92B83B7}"/>
              </a:ext>
            </a:extLst>
          </p:cNvPr>
          <p:cNvCxnSpPr>
            <a:cxnSpLocks/>
          </p:cNvCxnSpPr>
          <p:nvPr/>
        </p:nvCxnSpPr>
        <p:spPr>
          <a:xfrm>
            <a:off x="9212595" y="2516624"/>
            <a:ext cx="1301273" cy="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E8895DDC-A9F3-4CFE-9F07-371A128FFA59}"/>
              </a:ext>
            </a:extLst>
          </p:cNvPr>
          <p:cNvSpPr/>
          <p:nvPr/>
        </p:nvSpPr>
        <p:spPr>
          <a:xfrm>
            <a:off x="9494482" y="1809533"/>
            <a:ext cx="616447" cy="400173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42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2445065-2EE7-4FCD-A150-6C38B20E5F4B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667000" y="3479587"/>
            <a:ext cx="1965114" cy="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6F00AF35-AE2F-4C55-8B0F-098F2F3A14B3}"/>
              </a:ext>
            </a:extLst>
          </p:cNvPr>
          <p:cNvSpPr/>
          <p:nvPr/>
        </p:nvSpPr>
        <p:spPr>
          <a:xfrm>
            <a:off x="2389294" y="3340736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CF07C3E6-F28F-458A-BD53-FC41B043BC0F}"/>
              </a:ext>
            </a:extLst>
          </p:cNvPr>
          <p:cNvSpPr/>
          <p:nvPr/>
        </p:nvSpPr>
        <p:spPr>
          <a:xfrm>
            <a:off x="2389294" y="3340737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03D08DD-DBB2-4AA5-9B1E-7326C7C79BF7}"/>
              </a:ext>
            </a:extLst>
          </p:cNvPr>
          <p:cNvSpPr/>
          <p:nvPr/>
        </p:nvSpPr>
        <p:spPr>
          <a:xfrm>
            <a:off x="4632114" y="3340737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06AD7C3-EB66-407B-BB89-C0FB9AB0DF0B}"/>
              </a:ext>
            </a:extLst>
          </p:cNvPr>
          <p:cNvSpPr/>
          <p:nvPr/>
        </p:nvSpPr>
        <p:spPr>
          <a:xfrm>
            <a:off x="1642532" y="1297841"/>
            <a:ext cx="373593" cy="200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RTS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E16A47E6-6808-4FEC-AF13-D2CA87D5EC54}"/>
              </a:ext>
            </a:extLst>
          </p:cNvPr>
          <p:cNvSpPr/>
          <p:nvPr/>
        </p:nvSpPr>
        <p:spPr>
          <a:xfrm rot="5400000">
            <a:off x="1184924" y="3245680"/>
            <a:ext cx="132929" cy="612597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276D4B9-4DF1-4878-B61D-7D45BA4F0C58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3589867" y="1006687"/>
            <a:ext cx="1181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5266B0B5-3774-4763-B39E-E29023571F2F}"/>
              </a:ext>
            </a:extLst>
          </p:cNvPr>
          <p:cNvSpPr/>
          <p:nvPr/>
        </p:nvSpPr>
        <p:spPr>
          <a:xfrm>
            <a:off x="3312161" y="867834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C9FAD8B-FF64-4F79-BB92-DEBFEA255C02}"/>
              </a:ext>
            </a:extLst>
          </p:cNvPr>
          <p:cNvSpPr/>
          <p:nvPr/>
        </p:nvSpPr>
        <p:spPr>
          <a:xfrm>
            <a:off x="4770967" y="867834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5DD7F0-EA83-4BF4-BFA7-F2359C2624B9}"/>
              </a:ext>
            </a:extLst>
          </p:cNvPr>
          <p:cNvSpPr/>
          <p:nvPr/>
        </p:nvSpPr>
        <p:spPr>
          <a:xfrm>
            <a:off x="910166" y="1786789"/>
            <a:ext cx="373593" cy="200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RTS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BBBD88-1E7D-4F01-980F-F3921CBD811E}"/>
              </a:ext>
            </a:extLst>
          </p:cNvPr>
          <p:cNvSpPr txBox="1"/>
          <p:nvPr/>
        </p:nvSpPr>
        <p:spPr>
          <a:xfrm>
            <a:off x="6942560" y="816281"/>
            <a:ext cx="1232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RTS:</a:t>
            </a:r>
            <a:r>
              <a:rPr lang="ru-RU" sz="1100" dirty="0"/>
              <a:t> </a:t>
            </a:r>
            <a:r>
              <a:rPr lang="en-US" sz="1100" dirty="0"/>
              <a:t>try 1</a:t>
            </a:r>
            <a:r>
              <a:rPr lang="ru-RU" sz="11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BF7721-CD41-4580-8077-8F105D4331C8}"/>
              </a:ext>
            </a:extLst>
          </p:cNvPr>
          <p:cNvSpPr txBox="1"/>
          <p:nvPr/>
        </p:nvSpPr>
        <p:spPr>
          <a:xfrm>
            <a:off x="3297555" y="830765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  <a:endParaRPr lang="ru-RU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AE2721-1017-42C6-BF29-1DCD40DC0521}"/>
              </a:ext>
            </a:extLst>
          </p:cNvPr>
          <p:cNvSpPr txBox="1"/>
          <p:nvPr/>
        </p:nvSpPr>
        <p:spPr>
          <a:xfrm>
            <a:off x="4765993" y="830765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  <a:endParaRPr lang="ru-RU" sz="16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67F3598-13FA-454A-9780-24B837D458FB}"/>
              </a:ext>
            </a:extLst>
          </p:cNvPr>
          <p:cNvSpPr/>
          <p:nvPr/>
        </p:nvSpPr>
        <p:spPr>
          <a:xfrm>
            <a:off x="3774995" y="947086"/>
            <a:ext cx="218016" cy="119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F8379B3-EB7D-4CE3-A7B7-B51AB4CB3023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3589867" y="1505004"/>
            <a:ext cx="11761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858B582A-8AE1-496D-ACE2-B4CF01CCA4CE}"/>
              </a:ext>
            </a:extLst>
          </p:cNvPr>
          <p:cNvSpPr/>
          <p:nvPr/>
        </p:nvSpPr>
        <p:spPr>
          <a:xfrm>
            <a:off x="3312161" y="1372796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11CA579C-21E7-4EDE-864A-2455C82E0B39}"/>
              </a:ext>
            </a:extLst>
          </p:cNvPr>
          <p:cNvSpPr/>
          <p:nvPr/>
        </p:nvSpPr>
        <p:spPr>
          <a:xfrm>
            <a:off x="4770967" y="1372796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5C465-1E85-4FE6-A36A-CC6D8A55B196}"/>
              </a:ext>
            </a:extLst>
          </p:cNvPr>
          <p:cNvSpPr txBox="1"/>
          <p:nvPr/>
        </p:nvSpPr>
        <p:spPr>
          <a:xfrm>
            <a:off x="3929936" y="1145116"/>
            <a:ext cx="544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CTS</a:t>
            </a:r>
            <a:endParaRPr lang="ru-RU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57E338-42EA-41F1-9848-89D99805A726}"/>
              </a:ext>
            </a:extLst>
          </p:cNvPr>
          <p:cNvSpPr txBox="1"/>
          <p:nvPr/>
        </p:nvSpPr>
        <p:spPr>
          <a:xfrm>
            <a:off x="3297555" y="1335727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  <a:endParaRPr lang="ru-RU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44FD51-8322-4FAC-87FC-CF634DFDC250}"/>
              </a:ext>
            </a:extLst>
          </p:cNvPr>
          <p:cNvSpPr txBox="1"/>
          <p:nvPr/>
        </p:nvSpPr>
        <p:spPr>
          <a:xfrm>
            <a:off x="4765993" y="1335727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  <a:endParaRPr lang="ru-RU" sz="1600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19AA3A-8B7B-4CC8-82A6-7E40261199B7}"/>
              </a:ext>
            </a:extLst>
          </p:cNvPr>
          <p:cNvSpPr/>
          <p:nvPr/>
        </p:nvSpPr>
        <p:spPr>
          <a:xfrm>
            <a:off x="4353217" y="1445407"/>
            <a:ext cx="218016" cy="119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C29EC18-6646-4282-BDE9-76D4CB315C56}"/>
              </a:ext>
            </a:extLst>
          </p:cNvPr>
          <p:cNvCxnSpPr>
            <a:cxnSpLocks/>
          </p:cNvCxnSpPr>
          <p:nvPr/>
        </p:nvCxnSpPr>
        <p:spPr>
          <a:xfrm>
            <a:off x="3589867" y="1991057"/>
            <a:ext cx="11761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вал 41">
            <a:extLst>
              <a:ext uri="{FF2B5EF4-FFF2-40B4-BE49-F238E27FC236}">
                <a16:creationId xmlns:a16="http://schemas.microsoft.com/office/drawing/2014/main" id="{F32B194D-F3B9-4FEF-9C8B-517C56402412}"/>
              </a:ext>
            </a:extLst>
          </p:cNvPr>
          <p:cNvSpPr/>
          <p:nvPr/>
        </p:nvSpPr>
        <p:spPr>
          <a:xfrm>
            <a:off x="3312161" y="1858849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F5F38335-27C9-4CE6-BDA6-22FA3981425C}"/>
              </a:ext>
            </a:extLst>
          </p:cNvPr>
          <p:cNvSpPr/>
          <p:nvPr/>
        </p:nvSpPr>
        <p:spPr>
          <a:xfrm>
            <a:off x="4770967" y="1858849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7946DD-BB99-4163-B9E2-4D5AA0E873AA}"/>
              </a:ext>
            </a:extLst>
          </p:cNvPr>
          <p:cNvSpPr txBox="1"/>
          <p:nvPr/>
        </p:nvSpPr>
        <p:spPr>
          <a:xfrm>
            <a:off x="3881517" y="1635385"/>
            <a:ext cx="641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</a:t>
            </a:r>
            <a:endParaRPr lang="ru-RU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E8AE61-EFED-496F-84B4-E8B8B8E7E040}"/>
              </a:ext>
            </a:extLst>
          </p:cNvPr>
          <p:cNvSpPr txBox="1"/>
          <p:nvPr/>
        </p:nvSpPr>
        <p:spPr>
          <a:xfrm>
            <a:off x="3297555" y="1821780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  <a:endParaRPr lang="ru-RU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EF762C-90D3-40EE-AD36-8BA6A67BB4D3}"/>
              </a:ext>
            </a:extLst>
          </p:cNvPr>
          <p:cNvSpPr txBox="1"/>
          <p:nvPr/>
        </p:nvSpPr>
        <p:spPr>
          <a:xfrm>
            <a:off x="4765993" y="1821780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  <a:endParaRPr lang="ru-RU" sz="1600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1705318F-F24C-441E-B43D-3BF98422731B}"/>
              </a:ext>
            </a:extLst>
          </p:cNvPr>
          <p:cNvSpPr/>
          <p:nvPr/>
        </p:nvSpPr>
        <p:spPr>
          <a:xfrm>
            <a:off x="3680009" y="1916023"/>
            <a:ext cx="539566" cy="1633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06033CD1-BEF8-40B2-AF96-2B8B9BA47C6C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6441017" y="1159087"/>
            <a:ext cx="1181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>
            <a:extLst>
              <a:ext uri="{FF2B5EF4-FFF2-40B4-BE49-F238E27FC236}">
                <a16:creationId xmlns:a16="http://schemas.microsoft.com/office/drawing/2014/main" id="{D17FC63D-197E-48FE-AD88-AC55C0820D6E}"/>
              </a:ext>
            </a:extLst>
          </p:cNvPr>
          <p:cNvSpPr/>
          <p:nvPr/>
        </p:nvSpPr>
        <p:spPr>
          <a:xfrm>
            <a:off x="6163311" y="1020234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A774F16F-4DCF-4236-8AF7-30E33A207E1E}"/>
              </a:ext>
            </a:extLst>
          </p:cNvPr>
          <p:cNvSpPr/>
          <p:nvPr/>
        </p:nvSpPr>
        <p:spPr>
          <a:xfrm>
            <a:off x="7622117" y="1020234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D9C3C7-57F3-44BD-9A62-497B2E7C95A7}"/>
              </a:ext>
            </a:extLst>
          </p:cNvPr>
          <p:cNvSpPr txBox="1"/>
          <p:nvPr/>
        </p:nvSpPr>
        <p:spPr>
          <a:xfrm>
            <a:off x="6148705" y="983165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  <a:endParaRPr lang="ru-RU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D9D059-B5C1-4220-B210-1C486E81F7A3}"/>
              </a:ext>
            </a:extLst>
          </p:cNvPr>
          <p:cNvSpPr txBox="1"/>
          <p:nvPr/>
        </p:nvSpPr>
        <p:spPr>
          <a:xfrm>
            <a:off x="7617143" y="983165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  <a:endParaRPr lang="ru-RU" sz="1600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7BB608F3-F464-4924-ADEB-8B572CF1FC01}"/>
              </a:ext>
            </a:extLst>
          </p:cNvPr>
          <p:cNvSpPr/>
          <p:nvPr/>
        </p:nvSpPr>
        <p:spPr>
          <a:xfrm>
            <a:off x="6609715" y="1099490"/>
            <a:ext cx="218016" cy="119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9901C6-F43D-4AB4-A60C-B29987E57109}"/>
              </a:ext>
            </a:extLst>
          </p:cNvPr>
          <p:cNvSpPr txBox="1"/>
          <p:nvPr/>
        </p:nvSpPr>
        <p:spPr>
          <a:xfrm>
            <a:off x="6942560" y="1253813"/>
            <a:ext cx="1232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RTS:</a:t>
            </a:r>
            <a:r>
              <a:rPr lang="ru-RU" sz="1100" dirty="0"/>
              <a:t> </a:t>
            </a:r>
            <a:r>
              <a:rPr lang="en-US" sz="1100" dirty="0"/>
              <a:t>try 2</a:t>
            </a:r>
            <a:r>
              <a:rPr lang="ru-RU" sz="1100" dirty="0"/>
              <a:t> 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9908FF35-2046-46FB-A1EA-64A348057FE1}"/>
              </a:ext>
            </a:extLst>
          </p:cNvPr>
          <p:cNvCxnSpPr>
            <a:cxnSpLocks/>
            <a:stCxn id="69" idx="6"/>
            <a:endCxn id="70" idx="2"/>
          </p:cNvCxnSpPr>
          <p:nvPr/>
        </p:nvCxnSpPr>
        <p:spPr>
          <a:xfrm>
            <a:off x="6441017" y="1596619"/>
            <a:ext cx="1181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Овал 68">
            <a:extLst>
              <a:ext uri="{FF2B5EF4-FFF2-40B4-BE49-F238E27FC236}">
                <a16:creationId xmlns:a16="http://schemas.microsoft.com/office/drawing/2014/main" id="{592453A1-EE05-446B-B129-B3289AB4EAF1}"/>
              </a:ext>
            </a:extLst>
          </p:cNvPr>
          <p:cNvSpPr/>
          <p:nvPr/>
        </p:nvSpPr>
        <p:spPr>
          <a:xfrm>
            <a:off x="6163311" y="1457766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711A5E1E-53DC-453B-918C-F80E3A5A09E2}"/>
              </a:ext>
            </a:extLst>
          </p:cNvPr>
          <p:cNvSpPr/>
          <p:nvPr/>
        </p:nvSpPr>
        <p:spPr>
          <a:xfrm>
            <a:off x="7622117" y="1457766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EB34B4-F824-4882-80B2-E832BDF93220}"/>
              </a:ext>
            </a:extLst>
          </p:cNvPr>
          <p:cNvSpPr txBox="1"/>
          <p:nvPr/>
        </p:nvSpPr>
        <p:spPr>
          <a:xfrm>
            <a:off x="6148705" y="1420697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  <a:endParaRPr lang="ru-RU" sz="16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726A3E-322E-4DFF-B3F8-0D9B5F6BA20A}"/>
              </a:ext>
            </a:extLst>
          </p:cNvPr>
          <p:cNvSpPr txBox="1"/>
          <p:nvPr/>
        </p:nvSpPr>
        <p:spPr>
          <a:xfrm>
            <a:off x="7617143" y="1420697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  <a:endParaRPr lang="ru-RU" sz="1600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E690D448-1B2F-4D19-971D-21F3BB2FF0ED}"/>
              </a:ext>
            </a:extLst>
          </p:cNvPr>
          <p:cNvSpPr/>
          <p:nvPr/>
        </p:nvSpPr>
        <p:spPr>
          <a:xfrm>
            <a:off x="6609715" y="1537022"/>
            <a:ext cx="218016" cy="119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324C1A-9AD7-4B5C-A343-985891165562}"/>
              </a:ext>
            </a:extLst>
          </p:cNvPr>
          <p:cNvSpPr txBox="1"/>
          <p:nvPr/>
        </p:nvSpPr>
        <p:spPr>
          <a:xfrm>
            <a:off x="6810798" y="1728471"/>
            <a:ext cx="1232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CTS</a:t>
            </a:r>
            <a:endParaRPr lang="ru-RU" sz="1100" dirty="0"/>
          </a:p>
        </p:txBody>
      </p: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5AF9DC24-06B9-4C88-8067-100C1A839295}"/>
              </a:ext>
            </a:extLst>
          </p:cNvPr>
          <p:cNvCxnSpPr>
            <a:cxnSpLocks/>
          </p:cNvCxnSpPr>
          <p:nvPr/>
        </p:nvCxnSpPr>
        <p:spPr>
          <a:xfrm flipH="1">
            <a:off x="6454524" y="2018681"/>
            <a:ext cx="11626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>
            <a:extLst>
              <a:ext uri="{FF2B5EF4-FFF2-40B4-BE49-F238E27FC236}">
                <a16:creationId xmlns:a16="http://schemas.microsoft.com/office/drawing/2014/main" id="{F555760B-B2B3-4D57-B10D-97930770EF6B}"/>
              </a:ext>
            </a:extLst>
          </p:cNvPr>
          <p:cNvSpPr/>
          <p:nvPr/>
        </p:nvSpPr>
        <p:spPr>
          <a:xfrm>
            <a:off x="6163311" y="1879828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F9F53AE7-32B1-4823-90B3-2D2D0C10F235}"/>
              </a:ext>
            </a:extLst>
          </p:cNvPr>
          <p:cNvSpPr/>
          <p:nvPr/>
        </p:nvSpPr>
        <p:spPr>
          <a:xfrm>
            <a:off x="7622117" y="1879828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AA9B505-3CB9-4AAC-A5F3-826346BFCC3F}"/>
              </a:ext>
            </a:extLst>
          </p:cNvPr>
          <p:cNvSpPr txBox="1"/>
          <p:nvPr/>
        </p:nvSpPr>
        <p:spPr>
          <a:xfrm>
            <a:off x="6148705" y="1842759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  <a:endParaRPr lang="ru-RU" sz="1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30E9CA-9503-4201-9372-E48F920085DC}"/>
              </a:ext>
            </a:extLst>
          </p:cNvPr>
          <p:cNvSpPr txBox="1"/>
          <p:nvPr/>
        </p:nvSpPr>
        <p:spPr>
          <a:xfrm>
            <a:off x="7617143" y="1842759"/>
            <a:ext cx="34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  <a:endParaRPr lang="ru-RU" sz="1600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1DEAD37D-168B-486C-969D-88D44477A27A}"/>
              </a:ext>
            </a:extLst>
          </p:cNvPr>
          <p:cNvSpPr/>
          <p:nvPr/>
        </p:nvSpPr>
        <p:spPr>
          <a:xfrm>
            <a:off x="7247362" y="1959084"/>
            <a:ext cx="218016" cy="119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3EAB1EF-0263-45DC-8CE1-9D9AA895BB21}"/>
              </a:ext>
            </a:extLst>
          </p:cNvPr>
          <p:cNvSpPr txBox="1"/>
          <p:nvPr/>
        </p:nvSpPr>
        <p:spPr>
          <a:xfrm>
            <a:off x="3929936" y="664137"/>
            <a:ext cx="544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RTS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414005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29</Words>
  <Application>Microsoft Office PowerPoint</Application>
  <PresentationFormat>Широкоэкранный</PresentationFormat>
  <Paragraphs>23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festo14</dc:creator>
  <cp:lastModifiedBy>festo14</cp:lastModifiedBy>
  <cp:revision>12</cp:revision>
  <dcterms:created xsi:type="dcterms:W3CDTF">2026-10-12T11:30:47Z</dcterms:created>
  <dcterms:modified xsi:type="dcterms:W3CDTF">2026-10-21T12:41:51Z</dcterms:modified>
</cp:coreProperties>
</file>